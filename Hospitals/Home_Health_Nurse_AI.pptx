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2F6BD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840480"/>
            <a:ext cx="5029200" cy="5029200"/>
          </a:xfrm>
          <a:prstGeom prst="ellipse">
            <a:avLst/>
          </a:prstGeom>
          <a:solidFill>
            <a:srgbClr val="2F6BD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8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I²OS AGENTIC PLATFORM  ·  HEALTHCARE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697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Health Nurse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in-home visit copilot that listens to the visit, transcribes live, and auto-fills OASIS documentation as the nurse works — review and submit in one pass.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507492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07492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capture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56916" y="507492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6916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OASIS-E auto-fill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08676" y="5074920"/>
            <a:ext cx="1751076" cy="457200"/>
          </a:xfrm>
          <a:prstGeom prst="roundRect">
            <a:avLst>
              <a:gd name="adj" fmla="val 50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8676" y="5074920"/>
            <a:ext cx="1751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Summary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is eating the home visit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nurses spend hours after every visit translating what happened into the OASIS assessment — a 100+ element instrument that drives care planning, PDGM reimbursement, and audit exposure.</a:t>
            </a:r>
            <a:endParaRPr lang="en-US" sz="1550" dirty="0"/>
          </a:p>
          <a:p>
            <a:pPr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Charting bleeds into evenings and weekends, accuracy slips under time pressure, and the patient gets a clinician staring at a laptop instead of at them.</a:t>
            </a:r>
            <a:endParaRPr lang="en-US" sz="15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 sits in the visit as an ambient copilot: it listens, transcribes, and builds the OASIS record in real time so the nurse reviews and submits before leaving the driveway.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37960" y="1737360"/>
            <a:ext cx="4983480" cy="1078992"/>
          </a:xfrm>
          <a:prstGeom prst="roundRect">
            <a:avLst>
              <a:gd name="adj" fmla="val 678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4848" y="2029968"/>
            <a:ext cx="502920" cy="50292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21214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188366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4 hrs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498080" y="22677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home health nurse's day goes to documentation, much of it after hours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37960" y="2944368"/>
            <a:ext cx="4983480" cy="1078992"/>
          </a:xfrm>
          <a:prstGeom prst="roundRect">
            <a:avLst>
              <a:gd name="adj" fmla="val 678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84848" y="3236976"/>
            <a:ext cx="502920" cy="50292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3328416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3090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items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7498080" y="3474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OASIS-E assessment — manually keyed from memory and notes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37960" y="4151376"/>
            <a:ext cx="4983480" cy="1078992"/>
          </a:xfrm>
          <a:prstGeom prst="roundRect">
            <a:avLst>
              <a:gd name="adj" fmla="val 678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84848" y="4443984"/>
            <a:ext cx="502920" cy="50292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4535424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0" y="42976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risk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7498080" y="46817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or inconsistent coding threatens reimbursement and compliance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537960" y="54864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of well-documented home-health documentation burden.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pass, from doorway to submitted record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377440"/>
            <a:ext cx="777240" cy="7772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54203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21992" y="2368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32688" y="33558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384048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starts the visit. The copilot captures the conversation ambiently — no typing, no interruption.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534156"/>
            <a:ext cx="256032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4720" y="205740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67328" y="2377440"/>
            <a:ext cx="777240" cy="7772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4203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56632" y="2368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3767328" y="33558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3767328" y="384048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transcribed live with speaker separation, clinical vocabulary, and offline buffering.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534156"/>
            <a:ext cx="256032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205740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01968" y="2377440"/>
            <a:ext cx="777240" cy="7772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542032"/>
            <a:ext cx="448056" cy="4480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91272" y="2368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6601968" y="33558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Auto-fill OASIS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6601968" y="384048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mapped to OASIS-E elements and the assessment is populated in real time with source links.</a:t>
            </a:r>
            <a:endParaRPr lang="en-US" sz="12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3534156"/>
            <a:ext cx="256032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144000" y="205740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436608" y="2377440"/>
            <a:ext cx="777240" cy="7772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542032"/>
            <a:ext cx="448056" cy="4480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725912" y="2368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A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0"/>
          <p:cNvSpPr/>
          <p:nvPr/>
        </p:nvSpPr>
        <p:spPr>
          <a:xfrm>
            <a:off x="9436608" y="3355848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Submit</a:t>
            </a:r>
            <a:endParaRPr lang="en-US" sz="1900" dirty="0"/>
          </a:p>
        </p:txBody>
      </p:sp>
      <p:sp>
        <p:nvSpPr>
          <p:cNvPr id="30" name="Text 21"/>
          <p:cNvSpPr/>
          <p:nvPr/>
        </p:nvSpPr>
        <p:spPr>
          <a:xfrm>
            <a:off x="9436608" y="3840480"/>
            <a:ext cx="1993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confirms flagged items, edits by voice or tap, and submits a clean record to the EHR.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4008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capture replaces after-hours charting — the record is done when the visit is done.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LEVEL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architecture on the I²OS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685800" cy="68580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3408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860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20040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audio capture on phone or tablet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buffering for low-connectivity homes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session controls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70832" y="187452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0872" y="2194560"/>
            <a:ext cx="685800" cy="68580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34086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22860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Layer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90872" y="320040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ASR with speaker diarization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OASIS-E mapping &amp; coding agent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+ gap detection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456432" cy="3200400"/>
          </a:xfrm>
          <a:prstGeom prst="roundRect">
            <a:avLst>
              <a:gd name="adj" fmla="val 2286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2194560"/>
            <a:ext cx="685800" cy="68580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340864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22860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Layer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21624" y="3200400"/>
            <a:ext cx="2862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 workflow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write-back (WellSky, HCHB, etc.)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&amp; compliance logging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34924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1A2A45"/>
          </a:solidFill>
          <a:ln w="12700">
            <a:solidFill>
              <a:srgbClr val="2F6B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audio</a:t>
            </a:r>
            <a:pPr algn="ctr" indent="0" marL="0">
              <a:buNone/>
            </a:pPr>
            <a:r>
              <a:rPr lang="en-US" sz="135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pPr algn="ctr" indent="0" marL="0">
              <a:buNone/>
            </a:pPr>
            <a:r>
              <a:rPr lang="en-US" sz="135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OASIS-E draft</a:t>
            </a:r>
            <a:pPr algn="ctr" indent="0" marL="0">
              <a:buNone/>
            </a:pPr>
            <a:r>
              <a:rPr lang="en-US" sz="135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 review</a:t>
            </a:r>
            <a:pPr algn="ctr" indent="0" marL="0">
              <a:buNone/>
            </a:pPr>
            <a:r>
              <a:rPr lang="en-US" sz="135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EHR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copilot does in the field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22199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9344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 visit capture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listening during the assessment — no forms, no typing mid-visit.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53128" y="182880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7448" y="210312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219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live transcription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727448" y="27432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Speaker-separated transcript tuned to medical and home-health vocabulary.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66176" y="182880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210312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2219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12140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OASIS-E auto-population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540496" y="274320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findings to M-items and GG functional items with linked source quotes.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56616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9593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9344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&amp; gap assistance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44805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missing data, inconsistencies, and likely coding for accuracy and PDGM.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53128" y="356616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27448" y="384048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5935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Offline-capable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727448" y="44805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processes in low- or no-connectivity homes, syncs when back online.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66176" y="3566160"/>
            <a:ext cx="3529584" cy="1463040"/>
          </a:xfrm>
          <a:prstGeom prst="roundRect">
            <a:avLst>
              <a:gd name="adj" fmla="val 5000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3840480"/>
            <a:ext cx="566928" cy="566928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395935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3858768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 integration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540496" y="44805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to WellSky, Homecare Homebase and other home-health systems.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intake in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0352" y="1700784"/>
            <a:ext cx="7077456" cy="4254861"/>
          </a:xfrm>
          <a:prstGeom prst="roundRect">
            <a:avLst>
              <a:gd name="adj" fmla="val 2149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home/claude/hhn/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0512"/>
            <a:ext cx="6858000" cy="40354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6028797"/>
            <a:ext cx="7077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MEDHELP voice intake — live extraction into a structured, EHR-ready patient profile.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82128" y="1810512"/>
            <a:ext cx="3749040" cy="1243584"/>
          </a:xfrm>
          <a:prstGeom prst="roundRect">
            <a:avLst>
              <a:gd name="adj" fmla="val 5882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2048256"/>
            <a:ext cx="512064" cy="512064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16712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78240" y="2029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&amp; transcribe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8156448" y="2596896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recording or uploaded audio, transcribed live as the visit happens.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882128" y="3218688"/>
            <a:ext cx="3749040" cy="1243584"/>
          </a:xfrm>
          <a:prstGeom prst="roundRect">
            <a:avLst>
              <a:gd name="adj" fmla="val 5882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138160" y="3456432"/>
            <a:ext cx="512064" cy="512064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357530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78240" y="343814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Auto-built profile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156448" y="400507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populate in real time with a completeness tracker — here, 9 of 13 captured.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882128" y="4626864"/>
            <a:ext cx="3749040" cy="1243584"/>
          </a:xfrm>
          <a:prstGeom prst="roundRect">
            <a:avLst>
              <a:gd name="adj" fmla="val 5882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38160" y="4864608"/>
            <a:ext cx="512064" cy="512064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498348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Gap-aware follow-ups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156448" y="5413248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what's missing — allergies, vitals — and prompts the nurse to confirm.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back, accuracy up, patients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1325880"/>
          </a:xfrm>
          <a:prstGeom prst="roundRect">
            <a:avLst>
              <a:gd name="adj" fmla="val 5517"/>
            </a:avLst>
          </a:prstGeom>
          <a:solidFill>
            <a:srgbClr val="1A2A45"/>
          </a:solidFill>
          <a:ln w="12700">
            <a:solidFill>
              <a:srgbClr val="2F6B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8424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70%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spent on OASIS documentation per visit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53128" y="1783080"/>
            <a:ext cx="3529584" cy="1325880"/>
          </a:xfrm>
          <a:prstGeom prst="roundRect">
            <a:avLst>
              <a:gd name="adj" fmla="val 5517"/>
            </a:avLst>
          </a:prstGeom>
          <a:solidFill>
            <a:srgbClr val="1A2A45"/>
          </a:solidFill>
          <a:ln w="12700">
            <a:solidFill>
              <a:srgbClr val="2F6B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27448" y="198424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Near-zero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27448" y="25146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after-hours “pajama time” charting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66176" y="1783080"/>
            <a:ext cx="3529584" cy="1325880"/>
          </a:xfrm>
          <a:prstGeom prst="roundRect">
            <a:avLst>
              <a:gd name="adj" fmla="val 5517"/>
            </a:avLst>
          </a:prstGeom>
          <a:solidFill>
            <a:srgbClr val="1A2A45"/>
          </a:solidFill>
          <a:ln w="12700">
            <a:solidFill>
              <a:srgbClr val="2F6B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0496" y="198424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A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40496" y="251460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for stronger PDGM accuracy &amp; audit defense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767328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36576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nurses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32688" y="438912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charting reclaimed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burnout, lower turnover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on the patient, not the laptop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453128" y="338328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27448" y="3657600"/>
            <a:ext cx="548640" cy="5486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767328"/>
            <a:ext cx="329184" cy="32918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13248" y="36576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patients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4745736" y="438912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present, human visits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care plans from day one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 of care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266176" y="3383280"/>
            <a:ext cx="3529584" cy="2331720"/>
          </a:xfrm>
          <a:prstGeom prst="roundRect">
            <a:avLst>
              <a:gd name="adj" fmla="val 3137"/>
            </a:avLst>
          </a:prstGeom>
          <a:solidFill>
            <a:srgbClr val="161618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540496" y="3657600"/>
            <a:ext cx="548640" cy="548640"/>
          </a:xfrm>
          <a:prstGeom prst="ellipse">
            <a:avLst/>
          </a:prstGeom>
          <a:solidFill>
            <a:srgbClr val="1A2A4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376732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226296" y="365760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agency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8558784" y="438912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visit-to-bill cycle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Defensible, consistent OASIS coding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clinician capacity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ranges are directional targets, validated per deployment.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0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I²OS Agentic Platform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229600" y="6419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400800" cy="6400800"/>
          </a:xfrm>
          <a:prstGeom prst="ellipse">
            <a:avLst/>
          </a:prstGeom>
          <a:solidFill>
            <a:srgbClr val="2F6BD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474720"/>
            <a:ext cx="5486400" cy="5486400"/>
          </a:xfrm>
          <a:prstGeom prst="ellipse">
            <a:avLst/>
          </a:prstGeom>
          <a:solidFill>
            <a:srgbClr val="2F6BD6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24231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is done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visit is done.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41605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8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Health Nurse AI turns the OASIS burden into a review step — giving clinicians their evenings back, sharpening coding accuracy, and putting the focus back on the patient in front of them.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mirrorsme</a:t>
            </a:r>
            <a:pPr indent="0" marL="0">
              <a:buNone/>
            </a:pPr>
            <a:r>
              <a:rPr lang="en-US" sz="1400" b="1" dirty="0">
                <a:solidFill>
                  <a:srgbClr val="6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.ai</a:t>
            </a:r>
            <a:pPr indent="0" marL="0">
              <a:buNone/>
            </a:pPr>
            <a:r>
              <a:rPr lang="en-US" sz="1400" dirty="0">
                <a:solidFill>
                  <a:srgbClr val="7E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Built on the I²OS Agentic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Health Nurse AI</dc:title>
  <dc:subject>PptxGenJS Presentation</dc:subject>
  <dc:creator>mirrorsme.ai</dc:creator>
  <cp:lastModifiedBy>mirrorsme.ai</cp:lastModifiedBy>
  <cp:revision>1</cp:revision>
  <dcterms:created xsi:type="dcterms:W3CDTF">2026-06-23T15:34:32Z</dcterms:created>
  <dcterms:modified xsi:type="dcterms:W3CDTF">2026-06-23T15:34:32Z</dcterms:modified>
</cp:coreProperties>
</file>